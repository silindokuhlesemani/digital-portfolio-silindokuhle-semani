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 Readiness Digital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t>Silindokuhle Semani</a:t>
            </a:r>
          </a:p>
          <a:p>
            <a:r>
              <a:t>Student No: 221574581</a:t>
            </a:r>
          </a:p>
          <a:p>
            <a:r>
              <a:t>Diploma in ICT (3rd Year)</a:t>
            </a:r>
          </a:p>
          <a:p>
            <a:r>
              <a:t>Cape Peninsula University of Technology</a:t>
            </a:r>
          </a:p>
          <a:p>
            <a:endParaRPr/>
          </a:p>
          <a:p>
            <a:r>
              <a:t>“Building a professional future in Information Technology.”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• Introduction</a:t>
            </a:r>
          </a:p>
          <a:p>
            <a:r>
              <a:t>• About Me</a:t>
            </a:r>
          </a:p>
          <a:p>
            <a:r>
              <a:t>• Work Readiness Journey</a:t>
            </a:r>
          </a:p>
          <a:p>
            <a:r>
              <a:t>• Skills Gained</a:t>
            </a:r>
          </a:p>
          <a:p>
            <a:r>
              <a:t>• Artefacts / Evidence</a:t>
            </a:r>
          </a:p>
          <a:p>
            <a:r>
              <a:t>• Career Reflection</a:t>
            </a:r>
          </a:p>
          <a:p>
            <a:r>
              <a:t>• Career Goals</a:t>
            </a:r>
          </a:p>
          <a:p>
            <a:r>
              <a:t>• Conclusion</a:t>
            </a:r>
          </a:p>
          <a:p>
            <a:r>
              <a:t>•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digital portfolio represents my personal growth and achievements throughout the Work Readiness Training. It showcases the knowledge, skills, and competencies I have gained in preparation for entering the IT industry.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 name is Silindokuhle Semani, a dedicated and passionate 3rd-year Diploma in ICT student at the Cape Peninsula University of Technology. I am an enthusiastic learner with strong interests in software development, system design, and innovative technology solutions. My goal is to contribute positively to the IT industry through problem-solving, creativity, and teamwork.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Readiness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Work Readiness Training equipped me with practical skills essential for professional environments. Through various activities, I learned how to communicate effectively, collaborate within teams, and present myself confidently during interviews. I also developed a deeper understanding of workplace ethics, time management, and adapting to different professional settings.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Gained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• Communication skills</a:t>
            </a:r>
          </a:p>
          <a:p>
            <a:r>
              <a:t>• Teamwork</a:t>
            </a:r>
          </a:p>
          <a:p>
            <a:r>
              <a:t>• Interview preparation</a:t>
            </a:r>
          </a:p>
          <a:p>
            <a:r>
              <a:t>• Confidence and presentation skills</a:t>
            </a:r>
          </a:p>
          <a:p>
            <a:r>
              <a:t>• Problem-solving</a:t>
            </a:r>
          </a:p>
          <a:p>
            <a:endParaRPr/>
          </a:p>
          <a:p>
            <a:r>
              <a:t>These skills have strengthened my ability to perform efficiently within a team environment and increased my confidence in pursuing professional opportunities in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Artefacts /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Curriculum Vitae (CV)</a:t>
            </a:r>
          </a:p>
          <a:p>
            <a:r>
              <a:t>• Matric Certificate</a:t>
            </a:r>
          </a:p>
          <a:p>
            <a:r>
              <a:t>• Academic projects and achievements</a:t>
            </a:r>
          </a:p>
          <a:p>
            <a:endParaRPr/>
          </a:p>
          <a:p>
            <a:r>
              <a:t>The artefacts included in this portfolio serve as evidence of my academic and professional readiness. They reflect my commitment to learning and preparing for a successful career.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477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498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074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 I reflect on my progress, I recognize how far I have come in developing the mindset and abilities required in the ICT field. My experience has taught me the importance of continuous learning and self-improvement. I have learned to approach challenges with confidence and to communicate my ideas effectively within technical and collaborative settings.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 ultimate goal is to become a Software Developer. I aspire to work in a dynamic IT environment where I can design, build, and maintain innovative software applications that make a positive impact. I plan to continue learning programming languages, frameworks, and development methodologies to grow as a skilled and adaptable professional.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Work Readiness Training has prepared me to enter the professional world with confidence and determination. This portfolio is a reflection of my growth, learning, and readiness to contribute meaningfully to the ICT industry.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466</Words>
  <Application>Microsoft Office PowerPoint</Application>
  <PresentationFormat>On-screen Show (4:3)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Work Readiness Digital Portfolio</vt:lpstr>
      <vt:lpstr>Table of Contents</vt:lpstr>
      <vt:lpstr>Introduction</vt:lpstr>
      <vt:lpstr>About Me</vt:lpstr>
      <vt:lpstr>Work Readiness Journey</vt:lpstr>
      <vt:lpstr>Skills Gained</vt:lpstr>
      <vt:lpstr>Artefacts / Evidence</vt:lpstr>
      <vt:lpstr>PowerPoint Presentation</vt:lpstr>
      <vt:lpstr>PowerPoint Presentation</vt:lpstr>
      <vt:lpstr>PowerPoint Presentation</vt:lpstr>
      <vt:lpstr>Career Reflection</vt:lpstr>
      <vt:lpstr>Career Goals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Readiness Digital Portfolio</dc:title>
  <dc:subject/>
  <dc:creator>Nobahle Vuyiswa Nzimande</dc:creator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2025-10-18T20:13:31Z</dcterms:modified>
  <cp:category/>
</cp:coreProperties>
</file>